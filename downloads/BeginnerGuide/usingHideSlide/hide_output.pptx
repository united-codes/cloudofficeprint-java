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_rels/slide2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3"/>
  </p:notesMasterIdLst>
  <p:handoutMasterIdLst>
    <p:handoutMasterId r:id="rId4"/>
  </p:handoutMasterIdLst>
  <p:sldIdLst>
    <p:sldId id="256" r:id="rId2"/>
    <p:sldId id="100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0AD48F-E6E1-C1A9-AABE-E50260B3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33573-8E03-9B0A-8787-0DF0A589C1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3E477-CBBC-40EF-9D2B-B5A6C377BD1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E69CC-2088-29EB-5A63-6BC7C340D2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B610C-CBD4-D1CA-E187-AFCE84C1E0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C9842-1E5D-45E7-88EB-8D88A742F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489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ndefine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A4EAB-23A5-49B6-9373-393D967716E5}" type="datetimeFigureOut">
              <a:rPr lang="undefined" smtClean="0"/>
              <a:t>5/4/2023</a:t>
            </a:fld>
            <a:endParaRPr lang="undefine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ndefine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ndefined"/>
              <a:t>Click to edit Master text styles</a:t>
            </a:r>
          </a:p>
          <a:p>
            <a:pPr lvl="1"/>
            <a:r>
              <a:rPr lang="undefined"/>
              <a:t>Second level</a:t>
            </a:r>
          </a:p>
          <a:p>
            <a:pPr lvl="2"/>
            <a:r>
              <a:rPr lang="undefined"/>
              <a:t>Third level</a:t>
            </a:r>
          </a:p>
          <a:p>
            <a:pPr lvl="3"/>
            <a:r>
              <a:rPr lang="undefined"/>
              <a:t>Fourth level</a:t>
            </a:r>
          </a:p>
          <a:p>
            <a:pPr lvl="4"/>
            <a:r>
              <a:rPr lang="undefined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ndefine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5C211-104C-4210-AF42-0FCFBF4F5288}" type="slidenum">
              <a:rPr lang="undefined" smtClean="0"/>
              <a:t>‹#›</a:t>
            </a:fld>
            <a:endParaRPr lang="undefined"/>
          </a:p>
        </p:txBody>
      </p:sp>
    </p:spTree>
    <p:extLst>
      <p:ext uri="{BB962C8B-B14F-4D97-AF65-F5344CB8AC3E}">
        <p14:creationId xmlns:p14="http://schemas.microsoft.com/office/powerpoint/2010/main" val="11694578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09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029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965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58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391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551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13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674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000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55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650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ndefined"/>
              <a:t>Click to edit Master title style</a:t>
            </a:r>
            <a:endParaRPr lang="undefine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ndefined"/>
              <a:t>Click to edit Master text styles</a:t>
            </a:r>
          </a:p>
          <a:p>
            <a:pPr lvl="1"/>
            <a:r>
              <a:rPr lang="undefined"/>
              <a:t>Second level</a:t>
            </a:r>
          </a:p>
          <a:p>
            <a:pPr lvl="2"/>
            <a:r>
              <a:rPr lang="undefined"/>
              <a:t>Third level</a:t>
            </a:r>
          </a:p>
          <a:p>
            <a:pPr lvl="3"/>
            <a:r>
              <a:rPr lang="undefined"/>
              <a:t>Fourth level</a:t>
            </a:r>
          </a:p>
          <a:p>
            <a:pPr lvl="4"/>
            <a:r>
              <a:rPr lang="undefined"/>
              <a:t>Fifth level</a:t>
            </a:r>
            <a:endParaRPr lang="undefine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497F7-4B05-4251-8ACB-D71161F8FB61}" type="datetimeFigureOut">
              <a:rPr lang="undefined" smtClean="0"/>
              <a:t>5/4/2023</a:t>
            </a:fld>
            <a:endParaRPr lang="undefine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ndefine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C022FB6-930A-4FEA-AD18-BCC87FED201E}" type="slidenum">
              <a:rPr lang="undefined" smtClean="0"/>
              <a:t>‹#›</a:t>
            </a:fld>
            <a:endParaRPr lang="undefined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66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undefine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4369" y="1126524"/>
            <a:ext cx="5384937" cy="68019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undefined" dirty="0">
                <a:latin typeface="Arial"/>
              </a:rPr>
              <a:t> </a:t>
            </a:r>
            <a:r>
              <a:rPr lang="undefined" b="1" dirty="0">
                <a:latin typeface="Arial"/>
              </a:rPr>
              <a:t/>
            </a:r>
            <a:endParaRPr lang="undefined" sz="1200" b="1" dirty="0"/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147951" cy="340106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059" y="297942"/>
            <a:ext cx="2277415" cy="2689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399C8A-010F-CEE8-DEE4-FDE93FDAF880}"/>
              </a:ext>
            </a:extLst>
          </p:cNvPr>
          <p:cNvSpPr txBox="1"/>
          <p:nvPr/>
        </p:nvSpPr>
        <p:spPr>
          <a:xfrm>
            <a:off x="4093839" y="2015275"/>
            <a:ext cx="4281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ndefined" sz="2400" dirty="0"/>
              <a:t>Name:  John</a:t>
            </a:r>
            <a:r>
              <a:rPr lang="undefined" sz="2400" dirty="0" err="1"/>
              <a:t/>
            </a:r>
            <a:r>
              <a:rPr lang="undefined" sz="2400" dirty="0"/>
              <a:t> Chamling Rai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  <a:p>
            <a:r>
              <a:rPr lang="undefined" sz="2400" dirty="0"/>
              <a:t>City   :   Dharan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EC8C69-4702-EB57-4BA3-62F2E4434B81}"/>
              </a:ext>
            </a:extLst>
          </p:cNvPr>
          <p:cNvCxnSpPr/>
          <p:nvPr/>
        </p:nvCxnSpPr>
        <p:spPr>
          <a:xfrm>
            <a:off x="1348576" y="3368150"/>
            <a:ext cx="936108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B34ACC-ACA1-9D79-6B42-50DB2AD411C5}"/>
              </a:ext>
            </a:extLst>
          </p:cNvPr>
          <p:cNvSpPr txBox="1"/>
          <p:nvPr/>
        </p:nvSpPr>
        <p:spPr>
          <a:xfrm>
            <a:off x="4661593" y="548640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ndefined" dirty="0"/>
              <a:t/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BFCA72B2-B4BD-78ED-F69A-39709C6DE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42796"/>
              </p:ext>
            </p:extLst>
          </p:nvPr>
        </p:nvGraphicFramePr>
        <p:xfrm>
          <a:off x="2032000" y="3719194"/>
          <a:ext cx="8128000" cy="1493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764080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63008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Order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Order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>2380</a:t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2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Order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> 905</a:t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7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4369" y="1126524"/>
            <a:ext cx="5384937" cy="68019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undefined" dirty="0">
                <a:latin typeface="Arial"/>
              </a:rPr>
              <a:t> </a:t>
            </a:r>
            <a:r>
              <a:rPr lang="undefined" b="1" dirty="0">
                <a:latin typeface="Arial"/>
              </a:rPr>
              <a:t/>
            </a:r>
            <a:endParaRPr lang="undefined" sz="1200" b="1" dirty="0"/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147951" cy="340106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059" y="297942"/>
            <a:ext cx="2277415" cy="2689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399C8A-010F-CEE8-DEE4-FDE93FDAF880}"/>
              </a:ext>
            </a:extLst>
          </p:cNvPr>
          <p:cNvSpPr txBox="1"/>
          <p:nvPr/>
        </p:nvSpPr>
        <p:spPr>
          <a:xfrm>
            <a:off x="4093839" y="2015275"/>
            <a:ext cx="4281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ndefined" sz="2400" dirty="0"/>
              <a:t>Name:  Purna</a:t>
            </a:r>
            <a:r>
              <a:rPr lang="undefined" sz="2400" dirty="0" err="1"/>
              <a:t/>
            </a:r>
            <a:r>
              <a:rPr lang="undefined" sz="2400" dirty="0"/>
              <a:t> Rai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  <a:p>
            <a:r>
              <a:rPr lang="undefined" sz="2400" dirty="0"/>
              <a:t>City   :   Kathmandu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EC8C69-4702-EB57-4BA3-62F2E4434B81}"/>
              </a:ext>
            </a:extLst>
          </p:cNvPr>
          <p:cNvCxnSpPr/>
          <p:nvPr/>
        </p:nvCxnSpPr>
        <p:spPr>
          <a:xfrm>
            <a:off x="1348576" y="3368150"/>
            <a:ext cx="936108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B34ACC-ACA1-9D79-6B42-50DB2AD411C5}"/>
              </a:ext>
            </a:extLst>
          </p:cNvPr>
          <p:cNvSpPr txBox="1"/>
          <p:nvPr/>
        </p:nvSpPr>
        <p:spPr>
          <a:xfrm>
            <a:off x="4661593" y="548640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ndefined" dirty="0"/>
              <a:t/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BFCA72B2-B4BD-78ED-F69A-39709C6DE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42796"/>
              </p:ext>
            </p:extLst>
          </p:nvPr>
        </p:nvGraphicFramePr>
        <p:xfrm>
          <a:off x="2032000" y="3719194"/>
          <a:ext cx="8128000" cy="1493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764080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63008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No orders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8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484</TotalTime>
  <Words>78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Palatino Linotype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AOP Support</dc:creator>
  <cp:lastModifiedBy>AOP Support</cp:lastModifiedBy>
  <cp:revision>43</cp:revision>
  <dcterms:created xsi:type="dcterms:W3CDTF">2023-04-17T11:23:23Z</dcterms:created>
  <dcterms:modified xsi:type="dcterms:W3CDTF">2023-05-04T16:57:38Z</dcterms:modified>
  <dc:language>undefined</dc:language>
</cp:coreProperties>
</file>